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D9786-BE15-8D92-64DD-3170C78E7C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696286-7D4A-A502-6604-CDF3FAF809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8E9CE-058A-C666-9EA7-0889E254C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4BFDF-7F38-4382-94EB-72DE22EB86E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59909-5D82-B907-9330-0D6965D2E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DF600-4FD8-51D5-365A-0258FE633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20627-A88D-4E5C-815C-ED6DA92EC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67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23992-DEC7-ADEB-3CBB-6942F9283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4FA85-DB59-C9A0-A5CD-401600510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DF3B1-CF44-C505-C0A0-B82A4E233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4BFDF-7F38-4382-94EB-72DE22EB86E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F63C7-A655-2CAE-586C-877E3494D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84B77-01A8-8D30-23D4-CF89B65C5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20627-A88D-4E5C-815C-ED6DA92EC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976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64027-1CE5-E220-0679-C70EE3173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18F68-3565-BD58-FF35-A7AD81DE8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1A812-49BB-B313-F18E-EF72676AF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4BFDF-7F38-4382-94EB-72DE22EB86E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FB2CB-6F4E-8011-B60B-68D73B358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9CA5-681F-AD81-5C94-DF987BE3E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20627-A88D-4E5C-815C-ED6DA92EC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02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27B13-D3C8-3CFB-4E55-4A0CAE612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CE40E-10EA-7F2F-CF7D-1CA3A14934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524C1E-F07B-D487-8E45-29D53E19A3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B7184-FF5A-3D2A-7B42-BC7ED1CA4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4BFDF-7F38-4382-94EB-72DE22EB86E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6434B-1C24-0FBB-1C1F-BFD480666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25B3CF-29FE-9273-2948-D8AA7EE85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20627-A88D-4E5C-815C-ED6DA92EC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306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12D8B-ECCC-56EC-83E9-4A9E9A2DA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3D7E6B-91EA-3D23-92E9-5D52EA415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351FF5-92FE-576C-E590-BA7C8D693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01D216-14C5-1425-418F-14284E42F7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D71A58-BE77-1BA3-451D-F4E89D9F5C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ED6582-9934-AB8E-D905-ECE5A27A3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4BFDF-7F38-4382-94EB-72DE22EB86E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CBB3C8-527C-2EC0-FB17-90F80D42D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2A8087-BCF3-780E-A523-F88C32E5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20627-A88D-4E5C-815C-ED6DA92EC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97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556A0-7B52-5507-ED85-3C23F2B48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600297-0A86-E163-B4A7-4D0C6E3A9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4BFDF-7F38-4382-94EB-72DE22EB86E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52DB88-DE5C-FC64-1EA8-7E87C51D8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5F36CC-437D-280C-4BF3-913422046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20627-A88D-4E5C-815C-ED6DA92EC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12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4EFA06-53EB-610B-2D94-08C638B5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4BFDF-7F38-4382-94EB-72DE22EB86E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DE70CE-F047-3B0E-C906-9C0333EAF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66C32-4165-168E-C21E-EAB702850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20627-A88D-4E5C-815C-ED6DA92EC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964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5E6C0-8282-87C3-7EB1-EECB9AA53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18FD8-86C8-3ED9-8FCA-3D313C974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4CA3E0-B178-EDF1-FF97-3FD6AA625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2A6004-4DE0-B9E4-6E4B-B60ADA043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4BFDF-7F38-4382-94EB-72DE22EB86E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EBECF5-9E7C-D4CA-30D9-20F581964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5ECB2-909E-06BC-9A1A-C6DFB5428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20627-A88D-4E5C-815C-ED6DA92EC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821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D110B-E5FE-804A-C296-F86E53F99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AEAA8D-244B-7407-B6A4-AB35C82D62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C2F00E-4C9F-8947-C8BB-E0772A928B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5BC490-E603-86FA-7EE5-6B584B349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4BFDF-7F38-4382-94EB-72DE22EB86E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45ED5-9586-8BC3-2AE5-11489DA81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878828-CD26-D8B2-A952-8F9C2869F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20627-A88D-4E5C-815C-ED6DA92EC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694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231FB-3CBB-09C8-417E-44065317B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256ABB-99C1-64DE-B804-86004A0081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A54D4-55AA-0F8B-A22D-E353BD11E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4BFDF-7F38-4382-94EB-72DE22EB86E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1BBCE-8DD1-4F52-DC37-C4620A24F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5BE9B-0BB2-9FF6-98BA-5FDA32B02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20627-A88D-4E5C-815C-ED6DA92EC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39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EDA6AE-BF3D-CA81-6247-86A93DFD70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F67DC6-3658-4C2C-77E3-89D6556791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012B7-A7F3-16F7-6AED-EEF0813FA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4BFDF-7F38-4382-94EB-72DE22EB86E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08E26-3A9D-6249-B4A9-480559F73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FB954-0490-E2C8-5CF9-693E31866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20627-A88D-4E5C-815C-ED6DA92EC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7528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1A9ED9-86CE-5F3F-757A-CD42CD96D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BED654-75FA-D49C-5625-F47C50D38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5BDA0-743A-1264-2786-2C82E5C9AA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A4BFDF-7F38-4382-94EB-72DE22EB86EE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F836E-A4E9-BE24-41C3-B664497236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959CB-F800-57F0-C7DD-AA3EE30418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20627-A88D-4E5C-815C-ED6DA92EC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699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4113-9F31-4FE0-4D9E-77F45B3823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63226"/>
            <a:ext cx="9144000" cy="834256"/>
          </a:xfrm>
        </p:spPr>
        <p:txBody>
          <a:bodyPr>
            <a:normAutofit/>
          </a:bodyPr>
          <a:lstStyle/>
          <a:p>
            <a:r>
              <a:rPr lang="en-IN" sz="4400" dirty="0"/>
              <a:t>RMS review 1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578540-6B2F-996D-1426-3767404DA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5844" y="3154864"/>
            <a:ext cx="9606117" cy="655330"/>
          </a:xfrm>
        </p:spPr>
        <p:txBody>
          <a:bodyPr>
            <a:noAutofit/>
          </a:bodyPr>
          <a:lstStyle/>
          <a:p>
            <a:r>
              <a:rPr lang="en-IN" sz="2800" b="1" dirty="0"/>
              <a:t>Side Face Recognition Using Edge Detection Techniques (App)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80A2CB-33C3-545E-534A-3BC114AC59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981" y="144564"/>
            <a:ext cx="1619250" cy="8858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F66A25-C01E-E03E-CA35-3E613A8D1542}"/>
              </a:ext>
            </a:extLst>
          </p:cNvPr>
          <p:cNvSpPr txBox="1"/>
          <p:nvPr/>
        </p:nvSpPr>
        <p:spPr>
          <a:xfrm>
            <a:off x="9119884" y="5934670"/>
            <a:ext cx="30962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Group : - </a:t>
            </a:r>
          </a:p>
          <a:p>
            <a:r>
              <a:rPr lang="en-US" dirty="0"/>
              <a:t>23BCE347 Prashant Tarbundiya</a:t>
            </a:r>
            <a:br>
              <a:rPr lang="en-US" dirty="0"/>
            </a:br>
            <a:r>
              <a:rPr lang="en-US" dirty="0"/>
              <a:t>23BCE359 Vatsal Vadgama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1667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2AC14-1349-F888-80BB-E296F7ADD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dirty="0"/>
              <a:t>Task / Flow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12F9F-DF03-CD94-A026-C0C3D4C5E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Collect Images</a:t>
            </a:r>
          </a:p>
          <a:p>
            <a:r>
              <a:rPr lang="en-IN" dirty="0"/>
              <a:t>Preprocess Faces</a:t>
            </a:r>
          </a:p>
          <a:p>
            <a:r>
              <a:rPr lang="en-IN" dirty="0"/>
              <a:t>Train / Use CNN (or Pretrained)</a:t>
            </a:r>
          </a:p>
          <a:p>
            <a:r>
              <a:rPr lang="en-IN" dirty="0"/>
              <a:t>Generate Embeddings</a:t>
            </a:r>
          </a:p>
          <a:p>
            <a:r>
              <a:rPr lang="en-IN" dirty="0"/>
              <a:t>Store in Database</a:t>
            </a:r>
          </a:p>
          <a:p>
            <a:r>
              <a:rPr lang="en-IN" dirty="0"/>
              <a:t>Compare using Distance Metric</a:t>
            </a:r>
          </a:p>
          <a:p>
            <a:r>
              <a:rPr lang="en-IN" dirty="0"/>
              <a:t>Identify Person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0779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1EEA5-940F-20AC-CE0F-E8518BFCD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dirty="0"/>
              <a:t>Related Research Paper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D32E8-74D5-97DC-BCC3-3F239D7C2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Front-to-Side Hard and Soft Biometrics for Augmented Zero-Shot Side Face Recognition</a:t>
            </a:r>
          </a:p>
          <a:p>
            <a:pPr lvl="1"/>
            <a:r>
              <a:rPr lang="en-US" sz="2000" dirty="0"/>
              <a:t>Most face recognition systems focus on frontal faces.</a:t>
            </a:r>
          </a:p>
          <a:p>
            <a:pPr lvl="1"/>
            <a:r>
              <a:rPr lang="en-US" sz="2000" dirty="0"/>
              <a:t>Side/profile faces are harder due to: Missing facial features and Pose</a:t>
            </a:r>
          </a:p>
          <a:p>
            <a:pPr lvl="1"/>
            <a:r>
              <a:rPr lang="en-US" sz="2000" dirty="0"/>
              <a:t>Hard biometrics (Deep CNN features like ResNet-50) </a:t>
            </a:r>
          </a:p>
          <a:p>
            <a:pPr lvl="1"/>
            <a:r>
              <a:rPr lang="en-US" sz="2000" dirty="0"/>
              <a:t>Soft biometrics (anthropometric facial traits such as chin, nose, eyebrow distances)</a:t>
            </a:r>
          </a:p>
          <a:p>
            <a:pPr lvl="1"/>
            <a:r>
              <a:rPr lang="en-IN" sz="2000" dirty="0"/>
              <a:t>CMU Multi-PIE dataset</a:t>
            </a:r>
          </a:p>
          <a:p>
            <a:pPr lvl="1"/>
            <a:r>
              <a:rPr lang="en-US" sz="2000" dirty="0"/>
              <a:t>50 subjects</a:t>
            </a:r>
          </a:p>
          <a:p>
            <a:pPr lvl="1"/>
            <a:r>
              <a:rPr lang="en-US" sz="2000" dirty="0"/>
              <a:t>738 frontal training images</a:t>
            </a:r>
          </a:p>
          <a:p>
            <a:pPr lvl="1"/>
            <a:r>
              <a:rPr lang="en-US" sz="2000" dirty="0"/>
              <a:t>100 side-view test images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90414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7CFB1-4253-7260-F54F-EA9B66F2C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7923"/>
            <a:ext cx="10515600" cy="546904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Non-Frontal Face Recognition with Side-Face Correction GAN (SFC-GAN)</a:t>
            </a:r>
          </a:p>
          <a:p>
            <a:pPr lvl="1"/>
            <a:r>
              <a:rPr lang="en-US" dirty="0"/>
              <a:t>Recognition accuracy drops when face rotates 45°–90°.</a:t>
            </a:r>
          </a:p>
          <a:p>
            <a:pPr lvl="1"/>
            <a:r>
              <a:rPr lang="en-US" dirty="0"/>
              <a:t>Facial feature displacement reduces performance.</a:t>
            </a:r>
          </a:p>
          <a:p>
            <a:pPr lvl="1"/>
            <a:r>
              <a:rPr lang="en-US" dirty="0"/>
              <a:t>Use Generative Adversarial Network (GAN) to:</a:t>
            </a:r>
          </a:p>
          <a:p>
            <a:pPr lvl="1"/>
            <a:r>
              <a:rPr lang="en-US" dirty="0"/>
              <a:t>Convert side-face -&gt; frontal face.</a:t>
            </a:r>
          </a:p>
          <a:p>
            <a:pPr lvl="1"/>
            <a:r>
              <a:rPr lang="en-US" dirty="0"/>
              <a:t>Then apply normal face recognition.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Side-View Face Recognition (Survey Paper)</a:t>
            </a:r>
          </a:p>
          <a:p>
            <a:pPr lvl="1"/>
            <a:r>
              <a:rPr lang="en-US" dirty="0"/>
              <a:t>3D facial structure</a:t>
            </a:r>
          </a:p>
          <a:p>
            <a:pPr lvl="1"/>
            <a:r>
              <a:rPr lang="en-US" dirty="0"/>
              <a:t>Pose variation</a:t>
            </a:r>
          </a:p>
          <a:p>
            <a:pPr lvl="1"/>
            <a:r>
              <a:rPr lang="en-US" dirty="0"/>
              <a:t>Uncontrolled environments</a:t>
            </a:r>
          </a:p>
          <a:p>
            <a:pPr lvl="1"/>
            <a:r>
              <a:rPr lang="en-US" dirty="0"/>
              <a:t>Feature-based methods (PCA, LBP, HOG)</a:t>
            </a:r>
          </a:p>
          <a:p>
            <a:pPr lvl="1"/>
            <a:r>
              <a:rPr lang="en-US" dirty="0"/>
              <a:t>Image-based methods (pose warping, synthesis)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1173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201</Words>
  <Application>Microsoft Office PowerPoint</Application>
  <PresentationFormat>Widescreen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Office Theme</vt:lpstr>
      <vt:lpstr>RMS review 1 </vt:lpstr>
      <vt:lpstr>Task / Flow</vt:lpstr>
      <vt:lpstr>Related Research Paper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 Tarbundiya</dc:creator>
  <cp:lastModifiedBy>Prashant Tarbundiya</cp:lastModifiedBy>
  <cp:revision>4</cp:revision>
  <dcterms:created xsi:type="dcterms:W3CDTF">2026-02-18T11:40:24Z</dcterms:created>
  <dcterms:modified xsi:type="dcterms:W3CDTF">2026-02-18T12:23:09Z</dcterms:modified>
</cp:coreProperties>
</file>