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Funnel Sans" panose="020B0604020202020204" charset="0"/>
      <p:regular r:id="rId8"/>
    </p:embeddedFont>
    <p:embeddedFont>
      <p:font typeface="Mona Sans Semi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74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Lightweight Edge-Based Side Face Recognition (App)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760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Group Members: Prashant Tarbundiya (23BCE347)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		Vatsal Vadgama (23BCE359)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Course  : RMS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1B70A-F59E-89C6-7A06-EE96D0A09A07}"/>
              </a:ext>
            </a:extLst>
          </p:cNvPr>
          <p:cNvSpPr/>
          <p:nvPr/>
        </p:nvSpPr>
        <p:spPr>
          <a:xfrm>
            <a:off x="12768549" y="7733841"/>
            <a:ext cx="1762699" cy="362903"/>
          </a:xfrm>
          <a:prstGeom prst="rect">
            <a:avLst/>
          </a:prstGeom>
          <a:solidFill>
            <a:srgbClr val="FEFEF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7983" y="808315"/>
            <a:ext cx="3656290" cy="45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Workflow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1282184" y="2291120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983" y="2108359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024" y="2245519"/>
            <a:ext cx="274201" cy="2742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0744" y="2804041"/>
            <a:ext cx="228516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Collect Images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36049" y="2016919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61848" y="1834158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889" y="1971318"/>
            <a:ext cx="274201" cy="2742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4609" y="2529840"/>
            <a:ext cx="228516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Preprocess Faces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789914" y="1742718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515713" y="1559957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754" y="1697117"/>
            <a:ext cx="274201" cy="2742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8474" y="2255639"/>
            <a:ext cx="228516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Train / Use CNN (Pretrained)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1282184" y="4150757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07983" y="3967996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5024" y="4105156"/>
            <a:ext cx="274201" cy="2742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0744" y="4663678"/>
            <a:ext cx="2470666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Generate Embeddings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536049" y="3876556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261848" y="3693795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98889" y="3830955"/>
            <a:ext cx="274201" cy="27420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44609" y="4389477"/>
            <a:ext cx="228516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Store in Database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9789914" y="3602355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515713" y="3419594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2754" y="3556754"/>
            <a:ext cx="274201" cy="2742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98474" y="4115276"/>
            <a:ext cx="3477816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Compare using Distance Metric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1282184" y="6010394"/>
            <a:ext cx="3832265" cy="182761"/>
          </a:xfrm>
          <a:prstGeom prst="roundRect">
            <a:avLst>
              <a:gd name="adj" fmla="val 4201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1007983" y="5827633"/>
            <a:ext cx="548402" cy="548402"/>
          </a:xfrm>
          <a:prstGeom prst="roundRect">
            <a:avLst>
              <a:gd name="adj" fmla="val 833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5024" y="5964793"/>
            <a:ext cx="274201" cy="27420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90744" y="6523315"/>
            <a:ext cx="228516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Identify Person</a:t>
            </a:r>
            <a:endParaRPr lang="en-US" sz="1750" dirty="0"/>
          </a:p>
        </p:txBody>
      </p:sp>
      <p:sp>
        <p:nvSpPr>
          <p:cNvPr id="31" name="Text 22"/>
          <p:cNvSpPr/>
          <p:nvPr/>
        </p:nvSpPr>
        <p:spPr>
          <a:xfrm>
            <a:off x="1007983" y="7157323"/>
            <a:ext cx="12614315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pipeline emphasizes an early edge-enhancement stage to preserve discriminative contours for downstream embedding generation and comparison.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0CB7D1-DC1A-17FF-1AB7-DF5C6EF9A929}"/>
              </a:ext>
            </a:extLst>
          </p:cNvPr>
          <p:cNvSpPr/>
          <p:nvPr/>
        </p:nvSpPr>
        <p:spPr>
          <a:xfrm>
            <a:off x="12768549" y="7733841"/>
            <a:ext cx="1762699" cy="362903"/>
          </a:xfrm>
          <a:prstGeom prst="rect">
            <a:avLst/>
          </a:prstGeom>
          <a:solidFill>
            <a:srgbClr val="FEFEF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47700"/>
            <a:ext cx="13091160" cy="109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Front-to-Side Hard and Soft Biometrics for Augmented Zero-Shot Side Face Recognition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69620" y="2173486"/>
            <a:ext cx="6439019" cy="2560320"/>
          </a:xfrm>
          <a:prstGeom prst="roundRect">
            <a:avLst>
              <a:gd name="adj" fmla="val 360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9889" y="2423755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019889" y="2895243"/>
            <a:ext cx="5938480" cy="111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Most face recognition systems focus on frontal faces.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Side/profile faces are harder due to missing facial features and pose variation.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1761" y="2173486"/>
            <a:ext cx="6439019" cy="2560320"/>
          </a:xfrm>
          <a:prstGeom prst="roundRect">
            <a:avLst>
              <a:gd name="adj" fmla="val 360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2030" y="2423755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Methods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72030" y="2895243"/>
            <a:ext cx="59384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Uses two types of biometrics: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72030" y="3369588"/>
            <a:ext cx="5938480" cy="111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Hard biometrics:</a:t>
            </a: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Deep CNN features (ResNet-50)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Soft biometrics:</a:t>
            </a: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Anthropometric facial traits (chin, nose, eyebrow distances)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9620" y="4946928"/>
            <a:ext cx="6439019" cy="2634853"/>
          </a:xfrm>
          <a:prstGeom prst="roundRect">
            <a:avLst>
              <a:gd name="adj" fmla="val 350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889" y="5197197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019889" y="5668685"/>
            <a:ext cx="59384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CMU Multi-PIE: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19889" y="6143030"/>
            <a:ext cx="5938480" cy="118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50 subjects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738 frontal training images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 side-view test images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21761" y="4946928"/>
            <a:ext cx="6439019" cy="2634853"/>
          </a:xfrm>
          <a:prstGeom prst="roundRect">
            <a:avLst>
              <a:gd name="adj" fmla="val 350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2030" y="5197197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Finding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672030" y="5668685"/>
            <a:ext cx="593848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Combining geometric soft traits with CNN embeddings improves zero-shot side-face performance versus CNN alone.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40F2DD-A7F8-3887-E257-7F009B047DB1}"/>
              </a:ext>
            </a:extLst>
          </p:cNvPr>
          <p:cNvSpPr/>
          <p:nvPr/>
        </p:nvSpPr>
        <p:spPr>
          <a:xfrm>
            <a:off x="12768549" y="7733841"/>
            <a:ext cx="1762699" cy="362903"/>
          </a:xfrm>
          <a:prstGeom prst="rect">
            <a:avLst/>
          </a:prstGeom>
          <a:solidFill>
            <a:srgbClr val="FEFEF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48" y="1520927"/>
            <a:ext cx="8435536" cy="474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0"/>
              </a:lnSpc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Non-Frontal Face Recognition with Side-Face Correction GAN (SFC-GAN)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3548" y="1647587"/>
            <a:ext cx="631888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6713" y="2287232"/>
            <a:ext cx="13103185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9420" y="2426773"/>
            <a:ext cx="6318885" cy="191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Recognition accuracy drops when face rotates 45°–90°.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Facial feature displacement reduces performance.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Generative Adversarial Network (GAN) to : Convert side-face -&gt; frontal face.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Then apply normal face recognition.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54278" y="4980879"/>
            <a:ext cx="259818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Side-View Face Recognition (Survey Paper)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554278" y="5536410"/>
            <a:ext cx="6319957" cy="228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3D facial structure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Pose variation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Uncontrolled environments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Feature-based methods (PCA, LBP, HOG)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Image-based methods (pose warping, synthesis)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311BFE-E370-45DE-17AC-D3AAA8EB6715}"/>
              </a:ext>
            </a:extLst>
          </p:cNvPr>
          <p:cNvSpPr/>
          <p:nvPr/>
        </p:nvSpPr>
        <p:spPr>
          <a:xfrm>
            <a:off x="12768549" y="7733841"/>
            <a:ext cx="1762699" cy="362903"/>
          </a:xfrm>
          <a:prstGeom prst="rect">
            <a:avLst/>
          </a:prstGeom>
          <a:solidFill>
            <a:srgbClr val="FEFEF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18CCA-2FC3-DA2E-83B6-C9279D088D7B}"/>
              </a:ext>
            </a:extLst>
          </p:cNvPr>
          <p:cNvSpPr/>
          <p:nvPr/>
        </p:nvSpPr>
        <p:spPr>
          <a:xfrm>
            <a:off x="12768549" y="7733841"/>
            <a:ext cx="1762699" cy="362903"/>
          </a:xfrm>
          <a:prstGeom prst="rect">
            <a:avLst/>
          </a:prstGeom>
          <a:solidFill>
            <a:srgbClr val="FEFEF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250</Words>
  <Application>Microsoft Office PowerPoint</Application>
  <PresentationFormat>Custom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Funnel Sans</vt:lpstr>
      <vt:lpstr>Mona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Prashant Tarbundiya</cp:lastModifiedBy>
  <cp:revision>4</cp:revision>
  <dcterms:created xsi:type="dcterms:W3CDTF">2026-02-19T03:20:23Z</dcterms:created>
  <dcterms:modified xsi:type="dcterms:W3CDTF">2026-03-12T05:49:32Z</dcterms:modified>
</cp:coreProperties>
</file>